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8" autoAdjust="0"/>
    <p:restoredTop sz="93011" autoAdjust="0"/>
  </p:normalViewPr>
  <p:slideViewPr>
    <p:cSldViewPr snapToGrid="0" snapToObjects="1">
      <p:cViewPr varScale="1">
        <p:scale>
          <a:sx n="71" d="100"/>
          <a:sy n="71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57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4B2F-65A7-761F-F584-9D8ECC18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56E8A-5F8F-CCE4-E255-5004D0E7F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355F9-0688-7307-35F1-DB523CF54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410BA-578B-F62B-2CAE-3822A40B8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85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37160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CÁ NHÂN SỐ 2  •  LẬP TRÌNH MẠNG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TRANSPORT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Mối liên hệ giữa tầng Transport (OSI) và Lập trình Socket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Phạm Minh Đức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24ĐHTT03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Vũ Quốc Hưng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Transport trong mô hình OSI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– cầu nối giữa tầng ứng dụng và hạ tầng mạng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8188" y="1508760"/>
            <a:ext cx="4061012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Application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12264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8188" y="21351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Presentation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715768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8188" y="2715768"/>
            <a:ext cx="4061012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19272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1C7293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8188" y="3319272"/>
            <a:ext cx="4061012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Transport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922776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8188" y="3922776"/>
            <a:ext cx="4061012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Network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8188" y="4526280"/>
            <a:ext cx="4061012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Link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9784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8188" y="5129784"/>
            <a:ext cx="4061012" cy="530352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Physical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840" y="1508760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9788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tầng Transport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33172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giao tiếp đầu-cuối (end-to-end) giữa 2 tiến trình ứng dụng, không quan tâm đường đi vật lý.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dữ liệu ứng dụng thành các segment và dùng số hiệu Port để phân biệt nhiều ứng dụng trên cùng 1 máy.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(tùy giao thức) độ tin cậy, đúng thứ tự, kiểm soát luồng &amp; kiểm soát tắc nghẽn.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tầng thấp nhất mà lập trình viên ứng dụng thao tác trực tiếp — thông qua Socket API.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 chính của tầng Transport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1600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590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Multiplexing qua Port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số hiệu Port cho từng tiến trình → nhiều ứng dụng cùng dùng chung 1 địa chỉ 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2801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7972" y="1600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7972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đoạn dữ liệu (Segmentation)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38328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dữ liệu lớn từ tầng trên thành các segment vừa với khả năng truyền của mạng.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12801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10044" y="16002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10044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lỗi &amp; luồng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38328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mất gói, sắp xếp lại thứ tự, điều tiết tốc độ gửi phù hợp bên nhận.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34856" y="12801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72116" y="16002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72116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317736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tin cậy (tùy chọn)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38328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dùng ACK + retransmit để đảm bảo dữ liệu đến đủ, đúng thứ tự; UDP thì không.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giao thức chính: TCP và UDP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07492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945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 (bắt tay 3 bước)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5292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— có ACK, retransmit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1129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dữ liệu: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đúng thứ tự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6966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 hơn UDP do overhead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82803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FTP, Email, Chat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4864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type: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SOCK_STREAM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23444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600200"/>
            <a:ext cx="50749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1945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 — gửi thẳng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85292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đảm bảo, không ACK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511296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dữ liệu: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đảm bảo thứ tự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16966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Nhanh, ít overhead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82803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DNS, Game online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4864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type: </a:t>
            </a: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SOCK_DGRAM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 và Lập trình phần mềm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API chính là "cửa sổ" để lập trình viên chạm tới tầng Transport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8E2E7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ứng dụng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(Python/Java/C#)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8745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A82"/>
                </a:solidFill>
              </a:rPr>
              <a:t>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874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API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/ connect() / send()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8745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A82"/>
                </a:solidFill>
              </a:rPr>
              <a:t>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8E2E7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874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điều hành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(TCP/UDP Stack)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18745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A82"/>
                </a:solidFill>
              </a:rPr>
              <a:t>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8E2E7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18745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Network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(IP, routing)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mấu chốt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43400"/>
            <a:ext cx="10332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viên chỉ cần gọi vài hàm socket (bind, listen, accept, connect, send, recv) — không cần tự cài đặt việc chia gói, ACK hay retransmit.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SOCK_STREAM (TCP) khi cần độ tin cậy (chat, truyền file); chọn SOCK_DGRAM (UDP) khi cần tốc độ (streaming, real-time).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hiệu Port trong code (vd: 5555) chính là cơ chế multiplexing của tầng Transport, giúp OS biết gói tin thuộc ứng dụng nào.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minh họa: Ứng dụng Chat TCP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Client – Server dùng TCP Socket (Python)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6060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 : 5555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→ bind() → listen()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accept()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client = 1 thread riêng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481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→ connect()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/ recv()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92808"/>
            <a:ext cx="4206240" cy="1307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0358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→ connect()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/ recv()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3447288"/>
            <a:ext cx="42062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44805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45902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37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→ connect()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/ recv()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474720" y="3648456"/>
            <a:ext cx="4206240" cy="1353312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F0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kết nối TCP là một bắt tay 3 bước (SYN → SYN-ACK → ACK) diễn ra hoàn toàn ở tầng Transport, trước cả dòng code đầu tiên nhận dữ liệu.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Code — TCP Socket (Python)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0D3B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server.py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 = socket.socket(AF_INET, SOCK_STREAM)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srv.bind(("0.0.0.0", 5555))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srv.listen()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conn, addr = srv.accept()   # 3-way handshake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conn.recv(1024)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conn.sendall(reply)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0972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0D3B5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916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socket.socket(AF_INET, SOCK_STREAM)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c.connect(("127.0.0.1", 5555))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c.sendall("Hello Server".encode())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c.recv(1024)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print(reply.decode())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15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việc chia segment, gắn số thứ tự, ACK và điều khiển luồng do TCP/OS đảm nhiệm — code chỉ thấy một luồng byte liên tục.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 chứng bằng Wireshark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gói tin theo port 5555 để quan sát hoạt động thật của tầng Transport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3042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127.0.0.1:5555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SYN  Seq=0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127.0.0.1:5555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SYN, ACK  Seq=0 Ack=1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127.0.0.1:5555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  Seq=1 Ack=1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127.0.0.1:5555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PSH, ACK  "Hello Server"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127.0.0.1:5555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127.0.0.1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  Seq=1 Ack=14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7764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kết quả bắt gói (dữ liệu minh họa)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57200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1–3: bắt tay 3 bước (SYN → SYN-ACK → ACK) thiết lập kết nối TCP trước khi có dữ liệu ứng dụng.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4: dữ liệu "Hello Server" từ client được đóng gói trong 1 segment TCP, cờ PSH đẩy dữ liệu lên ứng dụng ngay.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5: server xác nhận (ACK) đã nhận đủ dữ liệu — minh chứng cơ chế tin cậy của TCP mà code không cần tự viết.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8486-BCA7-ED2D-15D5-0FA15786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E805E42-B270-2112-7A2F-68AAA060B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2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874520"/>
            <a:ext cx="9875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Transport (Layer 4) là cầu nối trực tiếp mà lập trình viên chạm tới thông qua Socket API.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đảm bảo tin cậy &amp; đúng thứ tự — phù hợp cho các ứng dụng cần chính xác như Chat, truyền file.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Chat TCP Client-Server minh chứng rõ: code chỉ gọi vài hàm socket, còn việc bắt tay, ACK, retransmit do OS/TCP-stack tự đảm nhiệm.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tầng Transport giúp lập trình viên chọn đúng giao thức (TCP/UDP) theo yêu cầu thực tế của ứng dụng.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623560"/>
            <a:ext cx="29260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lắng nghe!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1134</Words>
  <Application>Microsoft Office PowerPoint</Application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Trần Phạm Minh Đức - 2331540141</cp:lastModifiedBy>
  <cp:revision>9</cp:revision>
  <dcterms:created xsi:type="dcterms:W3CDTF">2026-09-27T05:27:37Z</dcterms:created>
  <dcterms:modified xsi:type="dcterms:W3CDTF">2026-09-27T08:33:01Z</dcterms:modified>
</cp:coreProperties>
</file>