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87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97280"/>
            <a:ext cx="2926080" cy="2926080"/>
          </a:xfrm>
          <a:prstGeom prst="ellipse">
            <a:avLst/>
          </a:prstGeom>
          <a:solidFill>
            <a:srgbClr val="27507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3749040" cy="502920"/>
          </a:xfrm>
          <a:prstGeom prst="roundRect">
            <a:avLst>
              <a:gd name="adj" fmla="val 49091"/>
            </a:avLst>
          </a:prstGeom>
          <a:solidFill>
            <a:srgbClr val="FFD5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THỨC MẠNG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ỨNG DỤNG CHAT ĐA PHÒNG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(MULTI-ROOM CHAT APPLICATION)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D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— Giao thức realtime song công (full-duplex)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học: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mạng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FD5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phần trình bày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— Giao thức realtime song công — Lập trình mạng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11480" cy="411480"/>
          </a:xfrm>
          <a:prstGeom prst="ellipse">
            <a:avLst/>
          </a:prstGeom>
          <a:solidFill>
            <a:srgbClr val="2F679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là gì?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song công cho chat / live updates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11480" cy="411480"/>
          </a:xfrm>
          <a:prstGeom prst="ellipse">
            <a:avLst/>
          </a:prstGeom>
          <a:solidFill>
            <a:srgbClr val="2F679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hoạt động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Upgrade, 101 Switching Protocols, frame, Ping/Pong, Close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11480" cy="411480"/>
          </a:xfrm>
          <a:prstGeom prst="ellipse">
            <a:avLst/>
          </a:prstGeom>
          <a:solidFill>
            <a:srgbClr val="2F679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&amp; bảo mật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2788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ws:// (80) và wss:// (443)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411480" cy="411480"/>
          </a:xfrm>
          <a:prstGeom prst="ellipse">
            <a:avLst/>
          </a:prstGeom>
          <a:solidFill>
            <a:srgbClr val="2F679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3337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Polling vs WebSocket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411480" cy="411480"/>
          </a:xfrm>
          <a:prstGeom prst="ellipse">
            <a:avLst/>
          </a:prstGeom>
          <a:solidFill>
            <a:srgbClr val="2F679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demo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886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chương trình minh họa của nhóm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FD5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TẦNG OSI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— Giao thức realtime song công — Lập trình mạng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" cy="384048"/>
          </a:xfrm>
          <a:prstGeom prst="ellipse">
            <a:avLst/>
          </a:prstGeom>
          <a:solidFill>
            <a:srgbClr val="2F679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91440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FFD5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914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9144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trực tiếp với ứng dụng, cung cấp dịch vụ mạng (HTTP, FTP, SMTP, WebSocket)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444752"/>
            <a:ext cx="384048" cy="384048"/>
          </a:xfrm>
          <a:prstGeom prst="ellipse">
            <a:avLst/>
          </a:prstGeom>
          <a:solidFill>
            <a:srgbClr val="2F679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1444752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7ED9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14447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4447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đổi định dạng, mã hóa/giải mã và nén dữ liệu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975104"/>
            <a:ext cx="384048" cy="384048"/>
          </a:xfrm>
          <a:prstGeom prst="ellipse">
            <a:avLst/>
          </a:prstGeom>
          <a:solidFill>
            <a:srgbClr val="2F679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1975104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7ED95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19751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197510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lập, duy trì, quản lý và kết thúc phiên kết nối giữa các ứng dụng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505456"/>
            <a:ext cx="384048" cy="384048"/>
          </a:xfrm>
          <a:prstGeom prst="ellipse">
            <a:avLst/>
          </a:prstGeom>
          <a:solidFill>
            <a:srgbClr val="2F679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2505456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7ED95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25054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25054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 tải tin cậy, kiểm soát luồng, sửa lỗi (TCP, UDP)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035808"/>
            <a:ext cx="384048" cy="384048"/>
          </a:xfrm>
          <a:prstGeom prst="ellipse">
            <a:avLst/>
          </a:prstGeom>
          <a:solidFill>
            <a:srgbClr val="2F679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5840" y="3035808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7ED95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05840" y="30358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30358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tuyến và gán địa chỉ logic (IP) giữa các mạng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rgbClr val="2F679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7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05840" y="356616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7ED95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05840" y="3566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383280" y="35661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 khung (Frame) giữa các thiết bị trong LAN, địa chỉ MAC, kiểm soát lỗi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096512"/>
            <a:ext cx="384048" cy="384048"/>
          </a:xfrm>
          <a:prstGeom prst="ellipse">
            <a:avLst/>
          </a:prstGeom>
          <a:solidFill>
            <a:srgbClr val="2F679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05840" y="4096512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7ED95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05840" y="40965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383280" y="409651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 bit thô qua môi trường vật lý (cáp, sóng, tín hiệu điện)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FD5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/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là gì?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— Giao thức realtime song công — Lập trình mạng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6002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(RFC 6455)</a:t>
            </a:r>
            <a:r>
              <a:rPr lang="en-US" sz="14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là giao thức tầng Application (L7) cho phép </a:t>
            </a:r>
            <a:r>
              <a:rPr lang="en-US" sz="14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hai chiều, song công</a:t>
            </a:r>
            <a:r>
              <a:rPr lang="en-US" sz="14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giữa client và server trên một kết nối TCP duy nhất, giữ mở lâu dài. Phù hợp chat, live updates, game realtime.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8346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2F679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và server chủ động gửi dữ liệu cho nhau bất cứ lúc nào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517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8346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FFD5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bền vững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tay một lần, dùng lại cho mọi tin nhắn — không mở kết nối mới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6517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8346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2F679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thấp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Khung nhỏ (vài byte header), không lặp lại HTTP header mỗi tin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FD5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/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hoạt động của WebSocket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— Giao thức realtime song công — Lập trình mạng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2F679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Upgrade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6916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gửi GET kèm Upgrade: websocket và Sec-WebSocket-Key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4A7FB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" y="2148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1488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trả 101 Switching Protocols, chuyển sang giao thức WebSocket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6060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2F679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" y="2606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6060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mở (onopen), hai bên sẵn sàng gửi/nhận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4A7FB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" y="3063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30632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 đổi frame text/binary hai chiều, không cần request lại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5204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2F679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1480" y="3520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/ PONG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35204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kết nối còn sống (heartbeat)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9776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4A7FB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11480" y="3977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39776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close frame để đóng phiên đúng cách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FD5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/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&amp; bảo mật kết nối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— Giao thức realtime song công — Lập trình mạng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8321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/ Port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hoạt động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chú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ws://  (80)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mã hóa, bắt tay qua HTTP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dạng plain text, chỉ nên dùng khi dev/test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wss://  (443)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hóa TLS, bắt tay qua HTTPS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nghị cho môi trường thực tế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246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header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246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kiểm tra nguồn gốc khi bắt tay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Cross-Site WebSocket Hijacking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4023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FD5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/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sánh: HTTP Polling vs WebSocket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— Giao thức realtime song công — Lập trình mạng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2F679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Polling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4231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hỏi server liên tục theo chu kỳ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lần hỏi là một request kèm header đầy đủ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 phụ thuộc chu kỳ hỏi, tốn băng thông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giản, dễ triển khai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78308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FD5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4231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kết nối, server chủ động đẩy dữ liệu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nhỏ, độ trễ thấp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công thật sự, phù hợp chat/live updates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quản lý kết nối, reconnect, scale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FD5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/ 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— Giao thức realtime song công — Lập trình mạng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FD5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&amp; broadcast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737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dùng thư viện ws (Node.js), nhiều client nhận tin tức thì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69748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FD5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697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đa phòng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697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phòng (room), gửi tin theo phòng; tham khảo aws-samples/websocket-chat-application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65760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FD5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1480" y="3657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gói tin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3657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handshake 101 và frame trong Wireshark / DevTools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371600"/>
            <a:ext cx="3108960" cy="3108960"/>
          </a:xfrm>
          <a:prstGeom prst="ellipse">
            <a:avLst/>
          </a:prstGeom>
          <a:solidFill>
            <a:srgbClr val="2750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và các bạn đã theo dõi!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Microsoft Office PowerPoint</Application>
  <PresentationFormat>On-screen Show (16:9)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Trần Phạm Minh Đức - 2331540141</cp:lastModifiedBy>
  <cp:revision>2</cp:revision>
  <dcterms:created xsi:type="dcterms:W3CDTF">2026-09-28T10:18:08Z</dcterms:created>
  <dcterms:modified xsi:type="dcterms:W3CDTF">2026-09-28T10:28:02Z</dcterms:modified>
</cp:coreProperties>
</file>