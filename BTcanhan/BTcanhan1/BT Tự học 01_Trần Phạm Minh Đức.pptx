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727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30699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FFD43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315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731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09934" y="2251881"/>
            <a:ext cx="9597106" cy="1576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TẬP CÁ NHÂN 1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1360227" y="3840481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danh sách ·  		</a:t>
            </a:r>
            <a:r>
              <a:rPr lang="en-US" sz="2000" dirty="0" err="1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20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lý file · 		</a:t>
            </a:r>
            <a:r>
              <a:rPr lang="en-US" sz="2000" dirty="0" err="1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20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toán sắp xếp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99428" y="3650095"/>
            <a:ext cx="5921491" cy="0"/>
          </a:xfrm>
          <a:prstGeom prst="line">
            <a:avLst/>
          </a:prstGeom>
          <a:noFill/>
          <a:ln w="25400">
            <a:solidFill>
              <a:srgbClr val="30699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093" y="121209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Cá nhân số 1 — Môn Lập trình mạng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1 /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danh sách (List)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4343400"/>
          </a:xfrm>
          <a:prstGeom prst="roundRect">
            <a:avLst>
              <a:gd name="adj" fmla="val 1684"/>
            </a:avLst>
          </a:prstGeom>
          <a:solidFill>
            <a:srgbClr val="10182B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01952"/>
            <a:ext cx="106070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[12, 45, 7, 23, 56, 3, 89]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Tim gia tri lon nhat, nho nhat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print("Max:", max(numbers))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print("Min:", min(numbers))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 so chan bang list comprehension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 = [n for n in numbers if n % 2 == 0]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print("So chan:", even)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Tinh tong va trung binh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sum(numbers)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= total / len(numbers)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print(f"Tong: {total}, TB: {avg:.2f}")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Bài Python — BT Cá nhân số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1 /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&amp; giải thích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10182B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93392"/>
            <a:ext cx="475488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Max: 89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Min: 3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chan: [12, 56]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Tong: 235, TB: 33.57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828800"/>
            <a:ext cx="5577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max() / min()  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toàn bộ list, trả về giá trị lớn/nhỏ nhất — không cần tự viết vòng lặp so sánh.
</a:t>
            </a: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 comprehension  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phần tử chỉ trong 1 dòng, thay cho vòng for + append().
</a:t>
            </a: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sum() / len()  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để tính trung bình cộng nhanh gọn.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062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dụng: thống kê điểm số, lọc dữ liệu hợp lệ, tổng hợp báo cáo…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Bài Python — BT Cá nhân số 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2 /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file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3931920"/>
          </a:xfrm>
          <a:prstGeom prst="roundRect">
            <a:avLst>
              <a:gd name="adj" fmla="val 1860"/>
            </a:avLst>
          </a:prstGeom>
          <a:solidFill>
            <a:srgbClr val="10182B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01952"/>
            <a:ext cx="1060704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Ghi du lieu ra file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open("scores.txt", "w", encoding="utf-8") as f: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name, score in [("An", 8.5), ("Binh", 7.0)]: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f.write(f"{name}: {score}\n")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 va xu ly file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open("scores.txt", "r", encoding="utf-8") as f: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line in f: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name, score = line.strip().split(": ")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print(f"{name} dat {score} diem")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Bài Python — BT Cá nhân số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2 /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&amp; giải thích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10182B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93392"/>
            <a:ext cx="47548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dat 8.5 diem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Binh dat 7.0 diem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828800"/>
            <a:ext cx="5577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with open(...) as f  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đóng file kể cả khi có lỗi xảy ra bên trong khối lệnh.
</a:t>
            </a: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f.write()  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từng dòng; f-string chèn biến trực tiếp vào chuỗi.
</a:t>
            </a: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line.strip().split(": ")  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ký tự xuống dòng rồi tách thành tên và điểm </a:t>
            </a:r>
            <a:r>
              <a:rPr lang="en-US" sz="1500" dirty="0" err="1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ct val="125000"/>
              </a:lnSpc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encoding utf-8 </a:t>
            </a:r>
            <a:r>
              <a:rPr lang="en-US" sz="1500" dirty="0" err="1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này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font </a:t>
            </a:r>
            <a:r>
              <a:rPr lang="en-US" sz="1500" dirty="0" err="1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Việt.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500" dirty="0">
              <a:solidFill>
                <a:srgbClr val="2228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83A"/>
                </a:solidFill>
                <a:latin typeface="Calibri" pitchFamily="34" charset="0"/>
                <a:cs typeface="Calibri" pitchFamily="34" charset="-120"/>
              </a:rPr>
              <a:t>	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5760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dụng: lưu log, xuất báo cáo điểm, đọc dữ liệu cấu hình…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Bài Python — BT Cá nhân số 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3 /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Thuật toán sắp xếp — Bubble Sort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3931920"/>
          </a:xfrm>
          <a:prstGeom prst="roundRect">
            <a:avLst>
              <a:gd name="adj" fmla="val 1860"/>
            </a:avLst>
          </a:prstGeom>
          <a:solidFill>
            <a:srgbClr val="10182B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01952"/>
            <a:ext cx="1060704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bubble_sort(arr):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len(arr)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range(n - 1):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j in range(n - 1 - i):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arr[j] &gt; arr[j + 1]: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arr[j], arr[j + 1] = arr[j + 1], arr[j]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arr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[64, 34, 25, 12, 22, 11, 90]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print("Truoc:", data)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print("Sau:", bubble_sort(data))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Bài Python — BT Cá nhân số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3 /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thích &amp; độ phức tạp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760720" cy="1554480"/>
          </a:xfrm>
          <a:prstGeom prst="roundRect">
            <a:avLst>
              <a:gd name="adj" fmla="val 4706"/>
            </a:avLst>
          </a:prstGeom>
          <a:solidFill>
            <a:srgbClr val="10182B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93392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Truoc: [64, 34, 25, 12, 22, 11, 90]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Sau: [11, 12, 22, 25, 34, 64, 90]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8288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Vòng lặp lồng nhau  </a:t>
            </a:r>
            <a:r>
              <a:rPr lang="en-US" sz="14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i, for j — mỗi lượt i đẩy 1 phần tử lớn nhất về đúng vị trí cuối.
</a:t>
            </a: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arr[j], arr[j+1] = arr[j+1], arr[j]  </a:t>
            </a:r>
            <a:r>
              <a:rPr lang="en-US" sz="14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hoán đổi giá trị, không cần biến tạm.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sorted() (Timsort)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389120"/>
            <a:ext cx="1060704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phức tạp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4389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846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khó cài đặt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4846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dễ — phù hợp người mới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4846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sẵn trong Python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303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 dùng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5303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thuật toán, dữ liệu nhỏ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5303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thực tế, dữ liệu lớn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Bài Python — BT Cá nhân số 1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306998">
              <a:alpha val="6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Thầy và các bạn đã theo dõi!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· FILE · SORTING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[Trần Phạm Minh Đức   ·   2331540141  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863</Words>
  <Application>Microsoft Office PowerPoint</Application>
  <PresentationFormat>Widescreen</PresentationFormat>
  <Paragraphs>102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Trần Phạm Minh Đức - 2331540141</cp:lastModifiedBy>
  <cp:revision>5</cp:revision>
  <dcterms:created xsi:type="dcterms:W3CDTF">2026-09-20T04:46:55Z</dcterms:created>
  <dcterms:modified xsi:type="dcterms:W3CDTF">2026-09-20T04:55:18Z</dcterms:modified>
</cp:coreProperties>
</file>